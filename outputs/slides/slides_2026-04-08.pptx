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4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3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350/"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035/"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094/"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05/"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453/"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104/"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868/"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112/"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Health Lit Review — Top Picks (2026-04-08)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a:t>
            </a:r>
          </a:p>
        </p:txBody>
      </p:sp>
      <p:sp>
        <p:nvSpPr>
          <p:cNvPr id="3" name="Content Placeholder 2"/>
          <p:cNvSpPr>
            <a:spLocks noGrp="1"/>
          </p:cNvSpPr>
          <p:nvPr>
            <p:ph idx="1"/>
          </p:nvPr>
        </p:nvSpPr>
        <p:spPr/>
        <p:txBody>
          <a:bodyPr/>
          <a:lstStyle/>
          <a:p>
            <a:pPr lvl="0"/>
            <a:r>
              <a:rPr b="1"/>
              <a:t>Plage de dates</a:t>
            </a:r>
            <a:r>
              <a:rPr/>
              <a:t> : 14 derniers jours</a:t>
            </a:r>
          </a:p>
          <a:p>
            <a:pPr lvl="0"/>
            <a:r>
              <a:rPr b="1"/>
              <a:t>Nombre de papiers présentés</a:t>
            </a:r>
            <a:r>
              <a:rPr/>
              <a:t> : 10</a:t>
            </a:r>
          </a:p>
          <a:p>
            <a:pPr lvl="0"/>
            <a:r>
              <a:rPr b="1"/>
              <a:t>Score minimum</a:t>
            </a:r>
            <a:r>
              <a:rPr/>
              <a:t> : 8.0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Highlights</a:t>
            </a:r>
          </a:p>
        </p:txBody>
      </p:sp>
      <p:sp>
        <p:nvSpPr>
          <p:cNvPr id="3" name="Content Placeholder 2"/>
          <p:cNvSpPr>
            <a:spLocks noGrp="1"/>
          </p:cNvSpPr>
          <p:nvPr>
            <p:ph idx="1"/>
          </p:nvPr>
        </p:nvSpPr>
        <p:spPr/>
        <p:txBody>
          <a:bodyPr/>
          <a:lstStyle/>
          <a:p>
            <a:pPr lvl="0" indent="0" marL="0">
              <a:spcBef>
                <a:spcPts val="3000"/>
              </a:spcBef>
              <a:buNone/>
            </a:pPr>
            <a:r>
              <a:rPr b="1"/>
              <a:t>1. Building and validating machine learning models to predict appendiceal perforation during conservative treatment of fecalith-associated appendicitis: a 20-algorithm multicenter retrospective analysis.</a:t>
            </a:r>
          </a:p>
          <a:p>
            <a:pPr lvl="0" indent="0" marL="0">
              <a:buNone/>
            </a:pPr>
            <a:r>
              <a:rPr b="1"/>
              <a:t>Score</a:t>
            </a:r>
            <a:r>
              <a:rPr/>
              <a:t> : 9.0/10  </a:t>
            </a:r>
            <a:r>
              <a:rPr b="1"/>
              <a:t>Venue</a:t>
            </a:r>
            <a:r>
              <a:rPr/>
              <a:t> : Scientific reports</a:t>
            </a:r>
          </a:p>
          <a:p>
            <a:pPr lvl="0" indent="0" marL="0">
              <a:buNone/>
            </a:pPr>
            <a:r>
              <a:rPr b="1"/>
              <a:t>Summarized insight</a:t>
            </a:r>
            <a:r>
              <a:rPr/>
              <a:t> : &gt; Fecalith-associated appendicitis presents unique challenges in conservative management due to increased perforation risk. Early identification of patients at high risk for appendiceal perforation during conservative treatment remains crucial for optimal clinical decision-making.</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Development, validation, and visualization of a novel nomogram for predicting clinical outcomes of postoperative cervical cancer patients.</a:t>
            </a:r>
          </a:p>
          <a:p>
            <a:pPr lvl="0" indent="0" marL="0">
              <a:buNone/>
            </a:pPr>
            <a:r>
              <a:rPr b="1"/>
              <a:t>Score</a:t>
            </a:r>
            <a:r>
              <a:rPr/>
              <a:t> : 9.0/10  </a:t>
            </a:r>
            <a:r>
              <a:rPr b="1"/>
              <a:t>Venue</a:t>
            </a:r>
            <a:r>
              <a:rPr/>
              <a:t> : Scientific reports</a:t>
            </a:r>
          </a:p>
          <a:p>
            <a:pPr lvl="0" indent="0" marL="0">
              <a:buNone/>
            </a:pPr>
            <a:r>
              <a:rPr b="1"/>
              <a:t>Summarized insight</a:t>
            </a:r>
            <a:r>
              <a:rPr/>
              <a:t> : &gt; This study developed and validated a multimodal clinical-Pathomics nomogram to predict overall survival (OS) and disease-free survival (DFS) in postoperative cervical cancer patients. The model integrates a context-aware multi-instance learning (TransMIL) algorithm applied to whole-slide pathological images with traditional clinical-pathological features. Using a rigorous patient-level nested five-fold cross-validation on a single-center cohort (n=374), the integrated model demonstrated superior prognostic performance (C-index: 0.700 for OS, 0.626 for DFS) compared to models using either pathomic or clinical features alone. The resulting nomogram effectively stratified patients into high- and low-risk groups with statistically significant survival differences and showed favorable calibration and clinical utility via decision curve analysis.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From Pilot Trap to Institutional Capacity: A Governance Framework for Sustainable Clinical AI Implementation in Health Systems.</a:t>
            </a:r>
          </a:p>
          <a:p>
            <a:pPr lvl="0" indent="0" marL="0">
              <a:buNone/>
            </a:pPr>
            <a:r>
              <a:rPr b="1"/>
              <a:t>Score</a:t>
            </a:r>
            <a:r>
              <a:rPr/>
              <a:t> : 9.0/10  </a:t>
            </a:r>
            <a:r>
              <a:rPr b="1"/>
              <a:t>Venue</a:t>
            </a:r>
            <a:r>
              <a:rPr/>
              <a:t> : Journal of medical Internet research</a:t>
            </a:r>
          </a:p>
          <a:p>
            <a:pPr lvl="0" indent="0" marL="0">
              <a:buNone/>
            </a:pPr>
            <a:r>
              <a:rPr b="1"/>
              <a:t>Summarized insight</a:t>
            </a:r>
            <a:r>
              <a:rPr/>
              <a:t> : &gt; The paper addresses the “pilot trap” in clinical AI, where projects fail to transition from short-term demonstrations to sustained routine care. It argues that the core issue is a lack of developed governance capacity within health systems, which emerges </a:t>
            </a:r>
            <a:r>
              <a:rPr i="1"/>
              <a:t>during</a:t>
            </a:r>
            <a:r>
              <a:rPr/>
              <a:t> implementation through resolving operational tensions, rather than being pre-existing. Based on an 18-month qualitative case study of a provincial clinical AI platform in China, the authors propose a</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[Simulated consciousness, pseudo-empathy and the illusion of attachment: what can psychiatry do with artificial intelligence?].</a:t>
            </a:r>
          </a:p>
          <a:p>
            <a:pPr lvl="0" indent="0" marL="0">
              <a:buNone/>
            </a:pPr>
            <a:r>
              <a:rPr b="1"/>
              <a:t>Score</a:t>
            </a:r>
            <a:r>
              <a:rPr/>
              <a:t> : 9.0/10  </a:t>
            </a:r>
            <a:r>
              <a:rPr b="1"/>
              <a:t>Venue</a:t>
            </a:r>
            <a:r>
              <a:rPr/>
              <a:t> : Orvosi hetilap</a:t>
            </a:r>
          </a:p>
          <a:p>
            <a:pPr lvl="0" indent="0" marL="0">
              <a:buNone/>
            </a:pPr>
            <a:r>
              <a:rPr b="1"/>
              <a:t>Summarized insight</a:t>
            </a:r>
            <a:r>
              <a:rPr/>
              <a:t> : &gt; This narrative review examines the integration of generative artificial intelligence (AI), particularly large language models (LLMs) and multimodal systems, into psychiatric practice. It addresses the growing mental health burden and service constraints driving this adoption. The paper explains how these models function and their core failures (hallucinations, goal drift, model drift). It appraises evidence for AI in diagnosis (via digital phenotyping, clinical text, speech, wearables) and therapy (protocol-based and generative chatbots), highlighting short-term findings and limitations. A central concern is “simulated consciousness” and the “illusion of attachment,” where patients may overattribute competence, develop dependency, face manipulation, or encounter unpredictability during crises, undermining safety. The authors conclude that while AI can be a valuable tool, its diagnostic or therapeutic use requires strict validation, continuous monitoring, robust privacy/bias safeguards, auditability, and clear human accountability.</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A deep learning-based multimodal model with automated body composition analysis predicts prognosis in advanced clear cell renal cell carcinoma.</a:t>
            </a:r>
          </a:p>
          <a:p>
            <a:pPr lvl="0" indent="0" marL="0">
              <a:buNone/>
            </a:pPr>
            <a:r>
              <a:rPr b="1"/>
              <a:t>Score</a:t>
            </a:r>
            <a:r>
              <a:rPr/>
              <a:t> : 9.0/10  </a:t>
            </a:r>
            <a:r>
              <a:rPr b="1"/>
              <a:t>Venue</a:t>
            </a:r>
            <a:r>
              <a:rPr/>
              <a:t> : Scientific reports</a:t>
            </a:r>
          </a:p>
          <a:p>
            <a:pPr lvl="0" indent="0" marL="0">
              <a:buNone/>
            </a:pPr>
            <a:r>
              <a:rPr b="1"/>
              <a:t>Summarized insight</a:t>
            </a:r>
            <a:r>
              <a:rPr/>
              <a:t> : &gt; Clear cell renal cell carcinoma (ccRCC) is an aggressive malignancy with a high risk of postoperative recurrence. Body composition has emerged as a prognostic marker, but its clinical use is hindered by manual measurement methods and poorly interpretable models.</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Biochemical biomarker-Driven deep learning framework with SHAP-based feature interpretation for diabetes classification.</a:t>
            </a:r>
          </a:p>
          <a:p>
            <a:pPr lvl="0" indent="0" marL="0">
              <a:buNone/>
            </a:pPr>
            <a:r>
              <a:rPr b="1"/>
              <a:t>Score</a:t>
            </a:r>
            <a:r>
              <a:rPr/>
              <a:t> : 9.0/10  </a:t>
            </a:r>
            <a:r>
              <a:rPr b="1"/>
              <a:t>Venue</a:t>
            </a:r>
            <a:r>
              <a:rPr/>
              <a:t> : Biophysical chemistry</a:t>
            </a:r>
          </a:p>
          <a:p>
            <a:pPr lvl="0" indent="0" marL="0">
              <a:buNone/>
            </a:pPr>
            <a:r>
              <a:rPr b="1"/>
              <a:t>Summarized insight</a:t>
            </a:r>
            <a:r>
              <a:rPr/>
              <a:t> : &gt; This study proposes a deep learning framework combining a Deep Neural Network (DNN) with feature ranking and a statistical algorithm to improve early diabetes classification. Using biochemical biomarkers and socioeconomic factors, the model aims to identify individuals across the clinical spectrum from normal glucose regulation to type 2 diabetes. SHAP (Shapley Additive exPlanations) is integrated to enhance model interpretability by identifying the most influential predictive features. Evaluated via 10-fold cross-validation, the method achieves a high average accuracy of 95.72%, outperforming traditional machine learning models and recent benchmarks. The work underscores the value of advanced analytics for early screening and highlights the impact of broader socioeconomic and lifestyle factors on diabetes prevention and management.</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A CT-based model integrating deep learning features radiomics and body composition for preoperative prediction of microsatellite instability in colorectal cancer: a multicenter study.</a:t>
            </a:r>
          </a:p>
          <a:p>
            <a:pPr lvl="0" indent="0" marL="0">
              <a:buNone/>
            </a:pPr>
            <a:r>
              <a:rPr b="1"/>
              <a:t>Score</a:t>
            </a:r>
            <a:r>
              <a:rPr/>
              <a:t> : 9.0/10  </a:t>
            </a:r>
            <a:r>
              <a:rPr b="1"/>
              <a:t>Venue</a:t>
            </a:r>
            <a:r>
              <a:rPr/>
              <a:t> : European journal of radiology</a:t>
            </a:r>
          </a:p>
          <a:p>
            <a:pPr lvl="0" indent="0" marL="0">
              <a:buNone/>
            </a:pPr>
            <a:r>
              <a:rPr b="1"/>
              <a:t>Summarized insight</a:t>
            </a:r>
            <a:r>
              <a:rPr/>
              <a:t> : &gt; This multicenter retrospective study developed and validated an interpretable deep learning radiomics model to preoperatively predict microsatellite instability (MSI) status in colorectal cancer (CRC) using portal venous phase enhanced CT images. The final fusion model (CDLR), which combined deep learning features, radiomics features, and body composition-based clinical risk factors using a random forest algorithm, demonstrated superior performance compared to models using only deep learning radiomics (DLR) or clinical factors alone. The CDLR model achieved promising AUCs across training and external validation cohorts and showed favorable clinical net benefit in decision curve analysis. The model’s interpretability was enhanced using SHAP and Grad-CAM visualizations.</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The Progress of Gout Prediction Models Based on Multi-source Data.</a:t>
            </a:r>
          </a:p>
          <a:p>
            <a:pPr lvl="0" indent="0" marL="0">
              <a:buNone/>
            </a:pPr>
            <a:r>
              <a:rPr b="1"/>
              <a:t>Score</a:t>
            </a:r>
            <a:r>
              <a:rPr/>
              <a:t> : 9.0/10  </a:t>
            </a:r>
            <a:r>
              <a:rPr b="1"/>
              <a:t>Venue</a:t>
            </a:r>
            <a:r>
              <a:rPr/>
              <a:t> : Current rheumatology reviews</a:t>
            </a:r>
          </a:p>
          <a:p>
            <a:pPr lvl="0" indent="0" marL="0">
              <a:buNone/>
            </a:pPr>
            <a:r>
              <a:rPr b="1"/>
              <a:t>Summarized insight</a:t>
            </a:r>
            <a:r>
              <a:rPr/>
              <a:t> : &gt; This review synthesizes research on gout prediction models utilizing multi-source data, including clinical features and various omics (genomics, microbiomics, radiomics, metabolomics). It finds that models integrating multiple data sources generally demonstrate superior predictive performance for gout susceptibility and related symptoms. While these models show excellent efficacy, their translation into clinical practice is hindered by challenges in external validation, cost, and practical implementation.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Investigation of multimodal deep learning models for predicting ovarian tumor malignancy based on ultrasound images and clinical information - a comprehensive comparative study against readers and O-RADS.</a:t>
            </a:r>
          </a:p>
          <a:p>
            <a:pPr lvl="0" indent="0" marL="0">
              <a:buNone/>
            </a:pPr>
            <a:r>
              <a:rPr b="1"/>
              <a:t>Score</a:t>
            </a:r>
            <a:r>
              <a:rPr/>
              <a:t> : 8.0/10  </a:t>
            </a:r>
            <a:r>
              <a:rPr b="1"/>
              <a:t>Venue</a:t>
            </a:r>
            <a:r>
              <a:rPr/>
              <a:t> : BMC medical imaging</a:t>
            </a:r>
          </a:p>
          <a:p>
            <a:pPr lvl="0" indent="0" marL="0">
              <a:buNone/>
            </a:pPr>
            <a:r>
              <a:rPr b="1"/>
              <a:t>Summarized insight</a:t>
            </a:r>
            <a:r>
              <a:rPr/>
              <a:t> : &gt; As the second deadly cancer affecting women globally, precise and timely classification of ovarian tumors plays an instrumental role in improving the rate of curing and reducing the rate of mortality. This study was set out to comprehensively investigate the effectiveness of deep learning model for classifying benign and malignant ovarian tumors, utilizing multimodal ultrasound images and clinical data, in comparison…</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 Targeted Real-Time Assessment of Chronic Pain (TRAC-Pain) in Youth: Protocol for a Digital Biosignature Development Through a Prospective Observational Cohort Study.</a:t>
            </a:r>
          </a:p>
          <a:p>
            <a:pPr lvl="0" indent="0" marL="0">
              <a:buNone/>
            </a:pPr>
            <a:r>
              <a:rPr b="1"/>
              <a:t>Score</a:t>
            </a:r>
            <a:r>
              <a:rPr/>
              <a:t> : 8.0/10  </a:t>
            </a:r>
            <a:r>
              <a:rPr b="1"/>
              <a:t>Venue</a:t>
            </a:r>
            <a:r>
              <a:rPr/>
              <a:t> : JMIR research protocols</a:t>
            </a:r>
          </a:p>
          <a:p>
            <a:pPr lvl="0" indent="0" marL="0">
              <a:buNone/>
            </a:pPr>
            <a:r>
              <a:rPr b="1"/>
              <a:t>Summarized insight</a:t>
            </a:r>
            <a:r>
              <a:rPr/>
              <a:t> : &gt; The TRAC-Pain study aims to develop a digital biosignature of chronic musculoskeletal (MSK) pain in youth (14-24 years) using continuous data from an Apple Watch combined with daily ecological momentary assessments (EMAs). This longitudinal observational cohort study will enroll up to 500</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Take‑aways</a:t>
            </a:r>
          </a:p>
        </p:txBody>
      </p:sp>
      <p:sp>
        <p:nvSpPr>
          <p:cNvPr id="3" name="Content Placeholder 2"/>
          <p:cNvSpPr>
            <a:spLocks noGrp="1"/>
          </p:cNvSpPr>
          <p:nvPr>
            <p:ph idx="1"/>
          </p:nvPr>
        </p:nvSpPr>
        <p:spPr/>
        <p:txBody>
          <a:bodyPr/>
          <a:lstStyle/>
          <a:p>
            <a:pPr lvl="0"/>
            <a:r>
              <a:rPr/>
              <a:t>This deck captures the highest‑scoring, clinically adjacent AI papers from the last two weeks.</a:t>
            </a:r>
          </a:p>
          <a:p>
            <a:pPr lvl="0"/>
            <a:r>
              <a:rPr/>
              <a:t>Use it as a quick briefing or a starting point for deeper discussion.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Generated by AI Health Lit Review on 2026-04-08 08:01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2026-04-08T06:01:05Z</dcterms:created>
  <dcterms:modified xsi:type="dcterms:W3CDTF">2026-04-08T06:01:05Z</dcterms:modified>
</cp:coreProperties>
</file>

<file path=docProps/custom.xml><?xml version="1.0" encoding="utf-8"?>
<Properties xmlns="http://schemas.openxmlformats.org/officeDocument/2006/custom-properties" xmlns:vt="http://schemas.openxmlformats.org/officeDocument/2006/docPropsVTypes"/>
</file>