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 collectés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Lun 06/04</c:v>
                  </c:pt>
                  <c:pt idx="1">
                    <c:v>Mar 07/04</c:v>
                  </c:pt>
                  <c:pt idx="2">
                    <c:v>Mer 08/04</c:v>
                  </c:pt>
                  <c:pt idx="3">
                    <c:v>Jeu 09/04</c:v>
                  </c:pt>
                  <c:pt idx="4">
                    <c:v>Ven 10/04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38</c:v>
                </c:pt>
                <c:pt idx="2">
                  <c:v>0</c:v>
                </c:pt>
                <c:pt idx="3">
                  <c:v>0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 EVAL/
VALID</c:v>
                  </c:pt>
                  <c:pt idx="1">
                    <c:v>ADAPTIVE
REGULATION</c:v>
                  </c:pt>
                  <c:pt idx="2">
                    <c:v>PARTICIPATORY
GOV</c:v>
                  </c:pt>
                  <c:pt idx="3">
                    <c:v>EVIDENCE &amp;
IMPLEMENT</c:v>
                  </c:pt>
                  <c:pt idx="4">
                    <c:v>CLINICAL
HEALTH 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645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Health Literature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hebdomadaire · 6–10 avril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Arkoys / AI Health Lit Review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papers collectés  ·  51 en base  ·  5 jours  ·  6 ⭐⭐⭐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de la semaine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collectés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280160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69748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données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19202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papers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28016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4630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99516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le plus riche: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10 avril — 4 papers ⭐⭐⭐ dont la Landing paper US/EU regulatory divergence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le plus silencieux: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9 avril — run failed (API errors)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Papers collectés par jour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97280"/>
            <a:ext cx="2194560" cy="3474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169164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total
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
collectés
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Wed/Thu silent
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errors)
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strongest
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despite
low volume
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highest</a:t>
            </a:r>
            <a:endParaRPr lang="en-US" sz="28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day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par thème PhD (papers classifiés)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6" name="Shape 3"/>
          <p:cNvSpPr/>
          <p:nvPr/>
        </p:nvSpPr>
        <p:spPr>
          <a:xfrm>
            <a:off x="6126480" y="109728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1124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EVAL/VALID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640" y="1353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2743200" cy="50292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10" name="Shape 7"/>
          <p:cNvSpPr/>
          <p:nvPr/>
        </p:nvSpPr>
        <p:spPr>
          <a:xfrm>
            <a:off x="6126480" y="173736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REGULATION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Active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377440"/>
            <a:ext cx="2743200" cy="50292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14" name="Shape 11"/>
          <p:cNvSpPr/>
          <p:nvPr/>
        </p:nvSpPr>
        <p:spPr>
          <a:xfrm>
            <a:off x="6126480" y="23774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 GOV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2633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Scarce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3017520"/>
            <a:ext cx="2743200" cy="50292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30175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IMPLEMENT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Emerging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3657600"/>
            <a:ext cx="2743200" cy="50292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22" name="Shape 19"/>
          <p:cNvSpPr/>
          <p:nvPr/>
        </p:nvSpPr>
        <p:spPr>
          <a:xfrm>
            <a:off x="6126480" y="365760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HEALTH AI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6364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Stable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Papers — Semaine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424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Regulatory DNA: US Agility vs EU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350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Med (Lausanne)  ·  ADAPTIVE REG  ·  ⭐⭐⭐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5720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642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7007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Potential, and Retention: Evaluating Adaptive AI Medical Devices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arXiv:2604.04878  ·  AI EVAL/VALID  ·  ⭐⭐⭐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45720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225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Trap to Institutional Capacity: Governance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 ·  PARTICIPATORY GOV  ·  ⭐⭐⭐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45720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809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&amp; Monitoring Healthcare AI: Multilayer Framework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101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Cureus  ·  AI EVAL/VALID  ·  ⭐⭐⭐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45720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393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6758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EligMeta: Eligibility-Aware Evidence Synthesis via Agentic LLMs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684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arXiv:2604.02678  ·  EVIDENCE &amp; IMPL  ·  ⭐⭐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457200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3342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Ontology-Aware Design Patterns for Clinical AI Systems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6268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arXiv:2604.01661  ·  AI EVAL/VALID  ·  ⭐⭐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Tendances transversales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CONVERGENCE THÉMATIQUE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99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 d'évaluation de l'AI adaptative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articles indépendants convergent: les métriques traditionnelles (accuracy, AUC) sont insuffisantes pour les systèmes qui évoluent en continu. Solutions: cadres multi-axes, surveillance continue, gouvernance du cycle de vie.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868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IMPACT POLITIQUE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réglementaire US vs EU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151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paper de la semaine. FDA: Predetermined Change Control Plans (itératif). EU MDR: verrouillage post-certification. Deux voies radicalement différentes pour l'innovation en IA médicale adaptative.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0632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GOUVERNANCE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"Pilot Trap" — Le problème de gouvernance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5753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pilotes AI russissent à petite échelle mais échouent à se pérenniser. La gouvernance institutionnelle émerge pendant l'implémentation — elle n'est pas pré-existante. Phase de transition = point de blocage critique.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APPLICATION CLINIQUE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79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Scribes en médecine générale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5354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 et al. montrent que les AI scribes surpassent ou égalent les notes humaines en consultation simulée. Application pratique immédiate.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Gaps &amp;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identifiés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 governance + clinical AI — peu de résultats. Besoin d'élargir avec "co-design", "stakeholder engagement"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empirique — plupart des cadres proposés manquent de terrain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 — études mono-site prédominent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Cross-context implementation barriers taxonomy — non validée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Actions semaine +1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Lee et al. (US/EU regulatory divergence) — essentiel pour PhD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011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Burgon et al. (LPR evaluation framework) — méthodologie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Tian et al. (Pilot trap governance) — modèle gouvernance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participatory gov avec termes alternatifs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</a:t>
            </a:r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full texts pour top 5 papers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Lit Review — Weekly Summary Apr 6-10 2026</dc:title>
  <dc:subject>PptxGenJS Presentation</dc:subject>
  <dc:creator>Hermes Agent</dc:creator>
  <cp:lastModifiedBy>Hermes Agent</cp:lastModifiedBy>
  <cp:revision>1</cp:revision>
  <dcterms:created xsi:type="dcterms:W3CDTF">2026-04-10T14:58:32Z</dcterms:created>
  <dcterms:modified xsi:type="dcterms:W3CDTF">2026-04-10T14:58:32Z</dcterms:modified>
</cp:coreProperties>
</file>