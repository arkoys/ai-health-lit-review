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arXiv</c:v>
                </c:pt>
                <c:pt idx="1">
                  <c:v>PubMed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48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Health Literature Review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veille scientifique automatise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recherche PhD — Gouvernance &amp; Regulation de l'IA clinique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Arkoys / Victor · Avril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projet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scientifique automatisee sur l'IA en sant\u00e9, axe sur 5 th\u00e8mes PhD: Evaluation AI, Gouvernance participatory, Regulation adaptive, Evidence-Based Implementation, et Clinical AI.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Collecte quotidienne arXiv + PubMed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Scoring automatique (th\u00e8me + novet\u00e9 + recence + venue + methods)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Digest markdown quotidien + push GitHub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Synth\u00e8se hebdomadaire + matrice th\u00e8matique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Ranking global et priorisation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411480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152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EVAL/VALID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validation, auditing, bias, reliability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847088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847088"/>
            <a:ext cx="41148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84708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 GOV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Participatory, stakeholder, democratic AI, accountability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596896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596896"/>
            <a:ext cx="41148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9689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REGULATION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governance, regulatory sandboxes, iterative policy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346704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346704"/>
            <a:ext cx="411480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3467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IMPLEMENT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synthesis, knowledge translation, adoption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4096512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4096512"/>
            <a:ext cx="41148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0965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HEALTH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AI, diagnostic AI, digital health, patient safety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le plus important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reglementaire US vs EU — Adaptive Medical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554480"/>
            <a:ext cx="3108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554480"/>
            <a:ext cx="31089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FDA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MDR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0391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Iterative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0391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/ Pre-market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41448"/>
            <a:ext cx="8229600" cy="475488"/>
          </a:xfrm>
          <a:prstGeom prst="rect">
            <a:avLst/>
          </a:prstGeom>
          <a:solidFill>
            <a:srgbClr val="25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14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514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Predetermined Change Control Plans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514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Lock-down post-certification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822960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innovation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990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rapide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990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eleves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8229600" cy="475488"/>
          </a:xfrm>
          <a:prstGeom prst="rect">
            <a:avLst/>
          </a:prstGeom>
          <a:solidFill>
            <a:srgbClr val="25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65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risque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4655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continue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4655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unique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67912"/>
            <a:ext cx="822960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941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3941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3941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 / IVDR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475488"/>
          </a:xfrm>
          <a:prstGeom prst="rect">
            <a:avLst/>
          </a:prstGeom>
          <a:solidFill>
            <a:srgbClr val="25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416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patient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44165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plus rapide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44165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Securite先行 (a priori)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JH, Choi B, Jeong K — Front Med (Lausanne), 2026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voies cr\u00e9ent des opportunit\u00e9s et risques radicalement diff\u00e9rents pour l'innovation medicale AI. Effet direct sur la comp\u00e9titivit\u00e9 europ\u00e9enne et l'acc\u00e8s patient.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Tendance centrale: Le Gap d'\u00c9valuation de l'AI Adaptative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articles ind\u00e9pendants convergent sur le m\u00eame probl\u00e8me: les m\u00e9triques traditionnelles sont insuffisantes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Burgon et al. — Learning, Potential, Retention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arXiv:2604.04878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3 axes: Learning (amelioration r\u00e9elle) vs Potential (shift distribution) vs Retention (pr\u00e9servation connaissances). Le probl\u00e8me: comment distinguer v\u00e9ritable improvement du distributional drift?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5448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Palama et al. — Multilayer Audit Framework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Cureus (2026)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couches: (1) Detection biais, (2) Explicabilit\u00e9 (SHAP/LIME), (3) Conformit\u00e9 reglementaire, (4) Surveillance continue. Approche op\u00e9rationnelle mais non valid\u00e9e terrain.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97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5448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— US/EU Lifecycle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Med (Lausanne)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mod\u00e8le s'am\u00e9liore en production, comment trigger une nouvelle homologation? US: PCCPs pr\u00e9d\u00e9finis. EU: re-certification totale. Approches incompatible.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43400"/>
            <a:ext cx="73152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074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th\u00e9matique = validation du sujet PhD. 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 d'\u00e9valuation pour l'AI adaptative est reconnnu par plusieurs groupes ind\u00e9pendants. C'est un probl\u00e8me ouvert avec un potentiel de contribution significatif.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"Pilot Trap": Gouvernance Institutionnelle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AI medicaux russissent en pilote — echouent a l'\u00e9chelle institutionnelle. Pourquoi?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Exp\u00e9rimentation, petit scope, champion-driven, d\u00e9monstration de faisabilit\u00e9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\u2192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21214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N\u00e9gociation politique, allocation de ressources. POINT DE BLOCAGE CRITIQUE \u26a0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\u2192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97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08760"/>
            <a:ext cx="26974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572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CAPACIT\u00c9 INSTITUTIONNELLE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1214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int\u00e9gr\u00e9e, financement p\u00e9renne, int\u00e9gration workflows cliniques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2900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204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cl\u00e9: Tian J et al. — JMIR 2026, "From Pilot Trap to Institutional Capacity" (18-month case study, China provincial AI platform).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institutionnelle \u00e9merge *pendant* l'impl\u00e9mentation — elle n'est pas pr\u00e9-existante. Les m\u00e9canismes de gouvernance participatory sont critiques en phase de transition.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pour PhD: 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cadres de gouvernance adaptive doivent int\u00e9grer des m\u00e9canismes participatory d\u00e8s la phase pilote — pas apr\u00e8s. Le mod\u00e8le de Tian et al. peut structurer un chapitre th\u00e8se.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donn\u00e9es &amp; Statistiques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donn\u00e9es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papers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54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114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PhD suivis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100584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majorit\u00e9 des papers provient de PubMed. arXiv compl\u00e8te avec des preprints sur evaluation et governance. La base grandit quotidiennement via le pipeline automatis\u00e9.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Gaps &amp; Opportunit\u00e9s de recherche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783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 governance + Clinical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r\u00e9sultats malgr\u00e9 un mot-cl\u00e9 principal. Les termes \u00ab co-design \u00bb, \u00ab stakeholder engagement \u00bb, \u00ab community involvement \u00bb pourraient donner de meilleurs r\u00e9sultats.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Opportunit\u00e9: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D\u00e9finir op\u00e9rationnellement la \u00ab participation \u00bb dans le contexte AI clinique est un gap ouvert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empirique des cadres propos\u00e9s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frameworks propos\u00e9s (audit, governance, evaluation) ne sont pas valid\u00e9s en conditions reelles.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Opportunit\u00e9: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possible: valider un cadre existant dans un contexte terrain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783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7180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Adaptive AI Medical Devices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consensus sur la mani\u00e8re d'\u00e9valuer les dispositifs AI qui s'am\u00e9liorent en continu. Les m\u00e9triques traditionnelles sont insuffisantes.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Opportunit\u00e9: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LPR (Learning/Potential/Retention) de Burgon et al. offre un point de d\u00e9part prometteur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7180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Cross-context generalizability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\u00e9tudes mono-site pr\u00e9dominent. Les barriers d'implementation varient selon le contexte syst\u00e8me de sant\u00e9.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Opportunit\u00e9: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Etude comparative multi-syst\u00e8me (US vs EU vs LMIC) = contribution \u00e0 haute visibilit\u00e9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Acc\u00e8s &amp; Contribution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D\u00e9p\u00f4t GitHub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github.com/Arkoys/ai-health-lit-review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Digests quotidiens: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outputs/digests/digest_YYYY-MM-DD.md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Synth\u00e8se hebdomadaire: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outputs/weekly/merged_digest_week_*.md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donn\u00e9es: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data/papers.json (51 papers, mise \u00e0 jour quotidienne)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automatis\u00e9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181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UTC daily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+ scoring + digest + push GitHub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039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UTC Friday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synthesis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Agr\u00e9gation 7 jours + matrice th\u00e9matique 4 semaines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51760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Soumettre un papier pour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Identifier un papier pertinent pour les th\u00e8mes PhD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Partager le lien arXiv/DOI/PubMed dans ce chat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Hermes l'ajoute au pipeline, le score, et archive la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review est enregistr\u00e9e dans le repo GitHub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Health Literature Review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automatis\u00e9e · 51 papers · 5 themes PhD · 2 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cl\u00e9 de la semaine: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\u00e9valuer un syst\u00e8me AI qui s'am\u00e9liore en continu, et quelles voies r\u00e9glementaires permettent -- ou restreignent -- l'innovation?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github.com/Arkoys/ai-health-lit-review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Arkoys / Victor · Avril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Literature Review — Project Overview</dc:title>
  <dc:subject>PptxGenJS Presentation</dc:subject>
  <dc:creator>Hermes Agent / Arkoys</dc:creator>
  <cp:lastModifiedBy>Hermes Agent / Arkoys</cp:lastModifiedBy>
  <cp:revision>1</cp:revision>
  <dcterms:created xsi:type="dcterms:W3CDTF">2026-04-10T14:58:33Z</dcterms:created>
  <dcterms:modified xsi:type="dcterms:W3CDTF">2026-04-10T14:58:33Z</dcterms:modified>
</cp:coreProperties>
</file>